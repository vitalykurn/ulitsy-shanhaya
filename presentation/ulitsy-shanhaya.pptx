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383DBD-BFEC-41E0-BC48-A7BAC1DD28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65ED5E-5404-41ED-8293-6C5AF1996F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18AEB8-4C43-4FCC-9D78-732211057D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1E1772E-6F78-465D-8C51-3E0DC49D5C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A1F259-6774-446B-B743-C359655EAE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82EBEE-25F6-4D18-90D9-98817CAF26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19642E-BF5A-499F-ADD0-3D37E26D48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73840C-5207-4BAF-9986-CAE251B64F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4218C8-BE4A-4654-876B-E5F34B6A73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B49C8D-3A7D-4201-B821-8F989CD0AF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257C75-8CCE-4C24-ADC7-CA168EBC3A3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411480" y="647388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ulitsy-shanhaya.ru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Шанхай, с 2023 года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384120" y="530280"/>
            <a:ext cx="69490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2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История России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2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на улицах Шанхая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438840" y="2057400"/>
            <a:ext cx="7406280" cy="41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Карта для школьников: дом, памятник и улица, а не один абзац в учебнике.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Вера Курносенко, 12 лет. Шанхай для меня дом, живу здесь около десяти лет.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Русский и китайский. Сайт: ulitsy-shanhaya.ru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zh-CN" sz="15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上海街上的俄国史。给同学的双语地图。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Picture 6" descr="vera.jpg"/>
          <p:cNvPicPr/>
          <p:nvPr/>
        </p:nvPicPr>
        <p:blipFill>
          <a:blip r:embed="rId1"/>
          <a:stretch/>
        </p:blipFill>
        <p:spPr>
          <a:xfrm>
            <a:off x="8138160" y="2148840"/>
            <a:ext cx="3474360" cy="22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Box 7"/>
          <p:cNvSpPr/>
          <p:nvPr/>
        </p:nvSpPr>
        <p:spPr>
          <a:xfrm>
            <a:off x="6903720" y="4441320"/>
            <a:ext cx="4754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Шанхай, набережная. Семейное фото, родители согласны.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11109960" y="6446520"/>
            <a:ext cx="868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1/14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411480" y="647388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ulitsy-shanhaya.ru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Сразу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4"/>
          <p:cNvSpPr/>
          <p:nvPr/>
        </p:nvSpPr>
        <p:spPr>
          <a:xfrm>
            <a:off x="384120" y="530280"/>
            <a:ext cx="111553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Кто я, для кого и что уже лежит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5"/>
          <p:cNvSpPr/>
          <p:nvPr/>
        </p:nvSpPr>
        <p:spPr>
          <a:xfrm>
            <a:off x="438840" y="2057400"/>
            <a:ext cx="11155320" cy="41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Сейчас я учусь в 7ом классе международного отделения школы Цзиньцай, Пудун г.Шанхай. Говорю по русски и по китайски.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 19 сентября 2025 года заочно училась в Москве, в Международной школе завтрашнего дня. 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Слушать будут эти два класса. Красивые дома водить не хочу.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Уже есть сайт, эта презентация, сообщество ВК и канал в Telegram.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6"/>
          <p:cNvSpPr/>
          <p:nvPr/>
        </p:nvSpPr>
        <p:spPr>
          <a:xfrm>
            <a:off x="11109960" y="6446520"/>
            <a:ext cx="868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2/14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411480" y="647388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ulitsy-shanhaya.ru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Четыре истории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384120" y="530280"/>
            <a:ext cx="111553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Не одна фраза «про Россию»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438840" y="2057400"/>
            <a:ext cx="11155320" cy="41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1. Пушкин. Памятник сначала смотрел на Россию. Тот, что стоит сейчас, смотрит на юг.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2. Собор, Никольский храм и Хуайхай. После революции и Гражданской войны здесь не бросили язык и веру.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3. 1950. Небо Шанхая.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4. 1955. Дом советско-китайской дружбы.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6"/>
          <p:cNvSpPr/>
          <p:nvPr/>
        </p:nvSpPr>
        <p:spPr>
          <a:xfrm>
            <a:off x="11109960" y="6446520"/>
            <a:ext cx="868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4/14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411480" y="647388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ulitsy-shanhaya.ru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Маршрут пешком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384120" y="530280"/>
            <a:ext cx="111553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2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Сначала старый французский сеттльмент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5"/>
          <p:cNvSpPr/>
          <p:nvPr/>
        </p:nvSpPr>
        <p:spPr>
          <a:xfrm>
            <a:off x="438840" y="2057400"/>
            <a:ext cx="11155320" cy="41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Порядок такой: сквер Пушкина, собор на Синьлэ, 55, Никольский храм на Гаолань, 16, потом Хуайхай у Южной Шэньси.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Это один выход, дома близко. Шаги я ещё не считала, поэтому километры не пишу.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Выставочный центр, Яньань, 1000, в этот круг не ставлю. Туда отдельный заход.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1950 год в пеший маршрут не входит. Памятника нет, булавку в случайный дом не воткну.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zh-CN" sz="15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先走法租界：普希金、新乐路</a:t>
            </a:r>
            <a:r>
              <a:rPr lang="en-US" sz="15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55</a:t>
            </a:r>
            <a:r>
              <a:rPr lang="zh-CN" sz="15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号、皋兰路</a:t>
            </a:r>
            <a:r>
              <a:rPr lang="en-US" sz="15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16</a:t>
            </a:r>
            <a:r>
              <a:rPr lang="zh-CN" sz="15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号、淮海路。</a:t>
            </a:r>
            <a:r>
              <a:rPr lang="en-US" sz="15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1950</a:t>
            </a:r>
            <a:r>
              <a:rPr lang="zh-CN" sz="15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年没有钉子。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6"/>
          <p:cNvSpPr/>
          <p:nvPr/>
        </p:nvSpPr>
        <p:spPr>
          <a:xfrm>
            <a:off x="11109960" y="6446520"/>
            <a:ext cx="868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5/14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411480" y="647388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ulitsy-shanhaya.ru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Остановка 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384120" y="530280"/>
            <a:ext cx="69490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Памятник Пушкину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438840" y="2057400"/>
            <a:ext cx="6126120" cy="41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Сквер на Фэньян, Юэян и Таоцзян.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11 февраля 1937 года лицо смотрело на север, к России.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Снесли в 1944-м, вернули в 1947-м, в 1966-м опять разбили.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Третий бюст открыли в августе 1987-го. Он смотрит на юг. Пушкин тут не жил.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Спрошу в классе: зачем в 1937-м лицом к России?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zh-CN" sz="15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汾阳路、岳阳路、桃江路。</a:t>
            </a:r>
            <a:r>
              <a:rPr lang="en-US" sz="15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1937</a:t>
            </a:r>
            <a:r>
              <a:rPr lang="zh-CN" sz="15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年脸朝北，</a:t>
            </a:r>
            <a:r>
              <a:rPr lang="en-US" sz="15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1987</a:t>
            </a:r>
            <a:r>
              <a:rPr lang="zh-CN" sz="15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年这座脸朝南。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Picture 6" descr="pushkin.jpg"/>
          <p:cNvPicPr/>
          <p:nvPr/>
        </p:nvPicPr>
        <p:blipFill>
          <a:blip r:embed="rId1"/>
          <a:stretch/>
        </p:blipFill>
        <p:spPr>
          <a:xfrm>
            <a:off x="6903720" y="1051560"/>
            <a:ext cx="3531600" cy="470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Box 7"/>
          <p:cNvSpPr/>
          <p:nvPr/>
        </p:nvSpPr>
        <p:spPr>
          <a:xfrm>
            <a:off x="6903720" y="5833800"/>
            <a:ext cx="4754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Чужое фото: kafka4prez, CC BY-SA 2.0. С тротуара сниму сама.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8"/>
          <p:cNvSpPr/>
          <p:nvPr/>
        </p:nvSpPr>
        <p:spPr>
          <a:xfrm>
            <a:off x="11109960" y="6446520"/>
            <a:ext cx="868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6/14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411480" y="647388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ulitsy-shanhaya.ru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Остановка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4"/>
          <p:cNvSpPr/>
          <p:nvPr/>
        </p:nvSpPr>
        <p:spPr>
          <a:xfrm>
            <a:off x="384120" y="530280"/>
            <a:ext cx="69490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Два храма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5"/>
          <p:cNvSpPr/>
          <p:nvPr/>
        </p:nvSpPr>
        <p:spPr>
          <a:xfrm>
            <a:off x="438840" y="2057400"/>
            <a:ext cx="6126120" cy="41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Синьлэ, 55. Собор «Споручница грешных». Камень в мае 1933, дом довели к 1937. Деньги собирали сами.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Гаолань, 16. Никольский храм с начала 1930-х. В 1955 году ежедневные службы кончились, дом стоит.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Одна история: после Гражданской войны здесь держали церковь. Внутри на службе я не была.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На слайде старый снимок собора. Это не сегодняшний тротуар.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zh-CN" sz="15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新乐路</a:t>
            </a:r>
            <a:r>
              <a:rPr lang="en-US" sz="15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55</a:t>
            </a:r>
            <a:r>
              <a:rPr lang="zh-CN" sz="15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号圣母大堂，皋兰路</a:t>
            </a:r>
            <a:r>
              <a:rPr lang="en-US" sz="15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16</a:t>
            </a:r>
            <a:r>
              <a:rPr lang="zh-CN" sz="15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号圣尼古拉堂。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Picture 6" descr="sobor.jpg"/>
          <p:cNvPicPr/>
          <p:nvPr/>
        </p:nvPicPr>
        <p:blipFill>
          <a:blip r:embed="rId1"/>
          <a:stretch/>
        </p:blipFill>
        <p:spPr>
          <a:xfrm>
            <a:off x="6903720" y="1051560"/>
            <a:ext cx="2687760" cy="470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Box 7"/>
          <p:cNvSpPr/>
          <p:nvPr/>
        </p:nvSpPr>
        <p:spPr>
          <a:xfrm>
            <a:off x="6903720" y="5833800"/>
            <a:ext cx="4754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Русская духовная миссия в Пекине. Общественное достояние.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8"/>
          <p:cNvSpPr/>
          <p:nvPr/>
        </p:nvSpPr>
        <p:spPr>
          <a:xfrm>
            <a:off x="11109960" y="6446520"/>
            <a:ext cx="868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7/14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411480" y="647388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ulitsy-shanhaya.ru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Та же история, другая улица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4"/>
          <p:cNvSpPr/>
          <p:nvPr/>
        </p:nvSpPr>
        <p:spPr>
          <a:xfrm>
            <a:off x="384120" y="530280"/>
            <a:ext cx="69490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Хуайхай, бывшая авеню Жоффр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5"/>
          <p:cNvSpPr/>
          <p:nvPr/>
        </p:nvSpPr>
        <p:spPr>
          <a:xfrm>
            <a:off x="438840" y="2057400"/>
            <a:ext cx="6126120" cy="41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Старое китайское имя — </a:t>
            </a:r>
            <a:r>
              <a:rPr lang="zh-CN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霞飞路</a:t>
            </a: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В 1920–1940-е здесь говорили по-русски: газеты, школы, театры, магазины. Пел Вертинский.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Экскурсовод мне не нужен: я и так каждый день то на китайском, то на русском.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На фото сегодняшние высотки, не улица 1930-х.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zh-CN" sz="15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淮海路以前叫霞飞路。照片是今天的高楼。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Picture 6" descr="huaihai.jpg"/>
          <p:cNvPicPr/>
          <p:nvPr/>
        </p:nvPicPr>
        <p:blipFill>
          <a:blip r:embed="rId1"/>
          <a:stretch/>
        </p:blipFill>
        <p:spPr>
          <a:xfrm>
            <a:off x="6903720" y="1051560"/>
            <a:ext cx="4845960" cy="323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Box 7"/>
          <p:cNvSpPr/>
          <p:nvPr/>
        </p:nvSpPr>
        <p:spPr>
          <a:xfrm>
            <a:off x="6903720" y="4355640"/>
            <a:ext cx="4754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Jean-Pierre Dalbéra, CC BY 2.0. Не моё.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8"/>
          <p:cNvSpPr/>
          <p:nvPr/>
        </p:nvSpPr>
        <p:spPr>
          <a:xfrm>
            <a:off x="11109960" y="6446520"/>
            <a:ext cx="868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8/14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2"/>
          <p:cNvSpPr/>
          <p:nvPr/>
        </p:nvSpPr>
        <p:spPr>
          <a:xfrm>
            <a:off x="411480" y="647388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ulitsy-shanhaya.ru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Остановка 3.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4"/>
          <p:cNvSpPr/>
          <p:nvPr/>
        </p:nvSpPr>
        <p:spPr>
          <a:xfrm>
            <a:off x="384120" y="530280"/>
            <a:ext cx="111553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1950. 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5"/>
          <p:cNvSpPr/>
          <p:nvPr/>
        </p:nvSpPr>
        <p:spPr>
          <a:xfrm>
            <a:off x="438840" y="2057400"/>
            <a:ext cx="11155320" cy="41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14 февраля 1950 года создали группу ПВО Шанхая. Город бомбили с Тайваня.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Командовал Павел Батицкий. Лётчиками руководил Сидор Слюсарев. С 1 сентября группу принял Слюсарев.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Небо города закрыли в 1950-м. К осени налёты стихли. Учёба китайских лётчиков шла до 1953-го.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Корея — другие базы, северо-восток Китая. Памятника на тротуаре нет. Адрес выдумывать не буду.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5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1950</a:t>
            </a:r>
            <a:r>
              <a:rPr lang="zh-CN" sz="15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年保护的是上海的天空。不是朝鲜战争。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6"/>
          <p:cNvSpPr/>
          <p:nvPr/>
        </p:nvSpPr>
        <p:spPr>
          <a:xfrm>
            <a:off x="11109960" y="6446520"/>
            <a:ext cx="868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9/14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411480" y="647388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ulitsy-shanhaya.ru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Остановка 4. Не путать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4"/>
          <p:cNvSpPr/>
          <p:nvPr/>
        </p:nvSpPr>
        <p:spPr>
          <a:xfrm>
            <a:off x="384120" y="530280"/>
            <a:ext cx="69490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1955. Дом дружбы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5"/>
          <p:cNvSpPr/>
          <p:nvPr/>
        </p:nvSpPr>
        <p:spPr>
          <a:xfrm>
            <a:off x="438840" y="2057400"/>
            <a:ext cx="6126120" cy="41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Яньань-роуд, 1000. Шанхайский выставочный центр.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В 1955 году его построили как Дом советско-китайской дружбы.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 15 марта по 15 мая 1955 года там была выставка советской промышленности.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К аэродрому и к штабу Батицкого дом не привязан.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zh-CN" sz="15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上海展览中心，</a:t>
            </a:r>
            <a:r>
              <a:rPr lang="en-US" sz="15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1955</a:t>
            </a:r>
            <a:r>
              <a:rPr lang="zh-CN" sz="15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年的中苏友好大厦。跟飞行员无关。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Picture 6" descr="vystavka.jpg"/>
          <p:cNvPicPr/>
          <p:nvPr/>
        </p:nvPicPr>
        <p:blipFill>
          <a:blip r:embed="rId1"/>
          <a:stretch/>
        </p:blipFill>
        <p:spPr>
          <a:xfrm>
            <a:off x="6903720" y="1051560"/>
            <a:ext cx="4845960" cy="322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Box 7"/>
          <p:cNvSpPr/>
          <p:nvPr/>
        </p:nvSpPr>
        <p:spPr>
          <a:xfrm>
            <a:off x="6903720" y="4345560"/>
            <a:ext cx="4754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Pyzhou, CC BY-SA 3.0. Не моё.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8"/>
          <p:cNvSpPr/>
          <p:nvPr/>
        </p:nvSpPr>
        <p:spPr>
          <a:xfrm>
            <a:off x="11109960" y="6446520"/>
            <a:ext cx="868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10/14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411480" y="647388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ulitsy-shanhaya.ru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Для урока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4"/>
          <p:cNvSpPr/>
          <p:nvPr/>
        </p:nvSpPr>
        <p:spPr>
          <a:xfrm>
            <a:off x="384120" y="530280"/>
            <a:ext cx="111553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До улицы, на улице и после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5"/>
          <p:cNvSpPr/>
          <p:nvPr/>
        </p:nvSpPr>
        <p:spPr>
          <a:xfrm>
            <a:off x="438840" y="2057400"/>
            <a:ext cx="11155320" cy="41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Возраст мой: 12–13 лет. Цзиньцай и заочный урок в Москве.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До выхода спрошу: где тут Россия, если таблички на китайском?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На месте сравним старое фото собора с тем, что видно с тротуара. Свой кадр я ещё не сняла.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После: короткая подпись к одному дому для одноклассника, на его языке.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Взрослой методички нет. Вопросы вот эти, они же на слайдах выше.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6"/>
          <p:cNvSpPr/>
          <p:nvPr/>
        </p:nvSpPr>
        <p:spPr>
          <a:xfrm>
            <a:off x="11109960" y="6446520"/>
            <a:ext cx="868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11/14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411480" y="647388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ulitsy-shanhaya.ru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Что должен суметь друг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4"/>
          <p:cNvSpPr/>
          <p:nvPr/>
        </p:nvSpPr>
        <p:spPr>
          <a:xfrm>
            <a:off x="384120" y="530280"/>
            <a:ext cx="111553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Четыре истории своими словами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5"/>
          <p:cNvSpPr/>
          <p:nvPr/>
        </p:nvSpPr>
        <p:spPr>
          <a:xfrm>
            <a:off x="438840" y="2057400"/>
            <a:ext cx="11155320" cy="41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Пушкин сначала смотрел на Россию. Тот бюст, что стоит сейчас, смотрит на юг.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Семьи после Гражданской войны не бросили здесь язык и церковь.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1950-й — небо Шанхая, не Корея.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1955-й — дом дружбы, не лётчики.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Если друг это скажет, для меня карта сработала.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6"/>
          <p:cNvSpPr/>
          <p:nvPr/>
        </p:nvSpPr>
        <p:spPr>
          <a:xfrm>
            <a:off x="11109960" y="6446520"/>
            <a:ext cx="868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12/14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2"/>
          <p:cNvSpPr/>
          <p:nvPr/>
        </p:nvSpPr>
        <p:spPr>
          <a:xfrm>
            <a:off x="411480" y="647388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ulitsy-shanhaya.ru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Что уже можно открыть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384120" y="530280"/>
            <a:ext cx="111553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Автор один. Класс ещё впереди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5"/>
          <p:cNvSpPr/>
          <p:nvPr/>
        </p:nvSpPr>
        <p:spPr>
          <a:xfrm>
            <a:off x="438840" y="2057400"/>
            <a:ext cx="11155320" cy="41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Сайт ulitsy-shanhaya.ru: карта, четыре истории, подписи на двух языках.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ВК: vk.ru/ulitsy_shanhaya. Telegram: t.me/russia_shanghai.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Покажу своему классу в Цзиньцай и на заочных уроках в Москве. Потом, может, ещё один класс.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Фото с тротуара сниму сама. Домашний адрес, телефон и где я хожу после школы сюда не кладу.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6"/>
          <p:cNvSpPr/>
          <p:nvPr/>
        </p:nvSpPr>
        <p:spPr>
          <a:xfrm>
            <a:off x="11109960" y="6446520"/>
            <a:ext cx="868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13/14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411480" y="647388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ulitsy-shanhaya.ru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Откуда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4"/>
          <p:cNvSpPr/>
          <p:nvPr/>
        </p:nvSpPr>
        <p:spPr>
          <a:xfrm>
            <a:off x="384120" y="530280"/>
            <a:ext cx="111553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Даты я сверяла, фото чужие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5"/>
          <p:cNvSpPr/>
          <p:nvPr/>
        </p:nvSpPr>
        <p:spPr>
          <a:xfrm>
            <a:off x="438840" y="2057400"/>
            <a:ext cx="11155320" cy="41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Пушкин: китайская Википедия и Дом русского зарубежья. 11 февраля 1937, два уничтожения, август 1987.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Собор: pravoslavie.ru и orthodox.cn. Синьлэ, 55, закладка в мае 1933.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1950: статья «Шанхайская группа войск ПВО». Батицкий и Слюсарев. Учёба до 1953.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1955: Building Russian Shanghai, выставка 15 марта — 15 мая.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Ошибку про Корею в рассказе оставляю. Научного редактора нет, даты сверяла я. Портрет — семейное фото.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6"/>
          <p:cNvSpPr/>
          <p:nvPr/>
        </p:nvSpPr>
        <p:spPr>
          <a:xfrm>
            <a:off x="11109960" y="6446520"/>
            <a:ext cx="868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14/14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LibreOffice/26.2.6.3$Windows_X86_64 LibreOffice_project/8221e31b3ac356a1623c672912a3d2b492f7e3d1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Курносенко Вера Витальевна</dc:creator>
  <dc:description>generated using python-pptx</dc:description>
  <dc:language>en-US</dc:language>
  <cp:lastModifiedBy/>
  <dcterms:modified xsi:type="dcterms:W3CDTF">2026-10-30T16:50:58Z</dcterms:modified>
  <cp:revision>6</cp:revision>
  <dc:subject>Карта для китайских одноклассников</dc:subject>
  <dc:title>История России на улицах Шанхая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