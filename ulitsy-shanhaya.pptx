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5269C2-9E5A-4910-B9D0-BF99E220A6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BFFC4D-B926-40FA-917D-BDF9690F2F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587560-8F0F-48DC-8838-BC2A1194FD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1D7563-AB61-4D9A-A2E7-BCCDFD8236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02AF8D-1E12-4E14-923E-6BA50E627A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BA4A5A-A19A-48CB-8130-DF06C1D5C4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36337B-6871-45F8-ABA9-38CF552BA5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A3013E-DC96-4A85-9CB2-AA44D91911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E3E4D9-DDE4-4F71-8ADE-50539C7B62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251D6A-0092-4540-931D-251169B672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0FF500-3D17-49FA-97A4-74EDCFD846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Шанхай, с 2026 года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84120" y="530280"/>
            <a:ext cx="108172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История России на улицах Шанхая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38840" y="2148840"/>
            <a:ext cx="107895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Карта для моих китайских одноклассников.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Красивые дома я им показывать не хочу.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Пусть у места будет история из учебника.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Кто рассказывает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Вера Курносенко, 12 лет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38840" y="2148840"/>
            <a:ext cx="61261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Шанхай для меня дом. Живу здесь около десяти лет.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Сейчас 7 класс международного отделения школы Цзиньцай, Пудун. Перед классом говорю по-китайски.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 19 сентября 2025 года заочно учусь в Москве, в Международной школе завтрашнего дня. История в расписании есть.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438840" y="58978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我</a:t>
            </a: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12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岁，住在上海。进才国际部七年级，用中文讲。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7" descr="vera.jpg"/>
          <p:cNvPicPr/>
          <p:nvPr/>
        </p:nvPicPr>
        <p:blipFill>
          <a:blip r:embed="rId1"/>
          <a:stretch/>
        </p:blipFill>
        <p:spPr>
          <a:xfrm>
            <a:off x="6903720" y="1234440"/>
            <a:ext cx="4845960" cy="30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8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2/12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Зачем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Мимо памятника ходят и видят просто Шанхай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438840" y="2148840"/>
            <a:ext cx="107895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 тоже не сразу поняла, что русский Шанхай это моя история: книга, семьи после Гражданской войны, язык, который не бросили, и лётчики 1950 года.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Действительно, книги для взрослых есть, но рассказа ребят моего возраста, на русском и на китайском, я не находила.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Когда живёшь не в России, история легко остаётся уроком в компьютере. Карта соводит вместе учебник и улицу.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3/12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Четыре истории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Не одна фраза «про Россию»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438840" y="2148840"/>
            <a:ext cx="107895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1. Пушкин. Памятник сначала смотрел на Россию.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2. Собор, Никольский храм и Хуайхай. После революции и Гражданской войны здесь не бросили язык и веру.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3. 1950. Небо Шанхая. Это не Корея.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4. 1955. Дом советско-китайской дружбы. Это не лётчики.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4/12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Памятник Пушкину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438840" y="2148840"/>
            <a:ext cx="61261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Сквер на Фэньян, Юэян и Таоцзян.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11 февраля 1937 года лицо смотрело на север, к России.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Снесли в 1944-м, вернули в 1947-м, в 1966-м опять разбили.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Третий бюст открыли в августе 1987-го. Он смотрит на юг. Пушкин тут не жил.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438840" y="58978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汾阳路、岳阳路、桃江路。</a:t>
            </a: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1937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年脸朝北，</a:t>
            </a: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1987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年这座脸朝南。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7" descr="pushkin.jpg"/>
          <p:cNvPicPr/>
          <p:nvPr/>
        </p:nvPicPr>
        <p:blipFill>
          <a:blip r:embed="rId1"/>
          <a:stretch/>
        </p:blipFill>
        <p:spPr>
          <a:xfrm>
            <a:off x="6903720" y="1234440"/>
            <a:ext cx="3668760" cy="489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8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5/12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Два храма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438840" y="2148840"/>
            <a:ext cx="61261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Синьлэ, 55. Собор «Споручница грешных». Камень в мае 1933, дом достроили к 1937. Деньги собирали сами.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Гаолань, 16. Никольский храм с начала 1930-х. С 1955-го службы каждый день там кончились, дом стоит.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Это одна история: после Гражданской войны здесь держали церковь.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Снимок собора старый. Не мой и не сегодняшний тротуар.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438840" y="58978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新乐路</a:t>
            </a: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55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号圣母大堂，皋兰路</a:t>
            </a: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16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号圣尼古拉堂。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7" descr="sobor.jpg"/>
          <p:cNvPicPr/>
          <p:nvPr/>
        </p:nvPicPr>
        <p:blipFill>
          <a:blip r:embed="rId1"/>
          <a:stretch/>
        </p:blipFill>
        <p:spPr>
          <a:xfrm>
            <a:off x="6903720" y="1234440"/>
            <a:ext cx="2792160" cy="489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8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6/12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Та же история, другая улица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Хуайхай, бывшая авеню Жоффр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5"/>
          <p:cNvSpPr/>
          <p:nvPr/>
        </p:nvSpPr>
        <p:spPr>
          <a:xfrm>
            <a:off x="438840" y="2148840"/>
            <a:ext cx="61261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Старое китайское имя — </a:t>
            </a:r>
            <a:r>
              <a:rPr lang="zh-CN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霞飞路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1920–1940-е здесь говорили по-русски: газеты, школы, театры, магазины. Пел Вертинский.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Мне экскурсовод не нужен: я и так каждый день то на китайском, то на русском.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438840" y="58978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淮海路以前叫霞飞路。这里听得见俄语。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7" descr="huaihai.jpg"/>
          <p:cNvPicPr/>
          <p:nvPr/>
        </p:nvPicPr>
        <p:blipFill>
          <a:blip r:embed="rId1"/>
          <a:stretch/>
        </p:blipFill>
        <p:spPr>
          <a:xfrm>
            <a:off x="6903720" y="1234440"/>
            <a:ext cx="4845960" cy="32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8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7/12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11480" y="6473880"/>
            <a:ext cx="3228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3. Булавки нет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1950. Ситуация с Кореей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438840" y="2148840"/>
            <a:ext cx="1078956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14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ф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ев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ля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50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да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зд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ал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гр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уп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Ш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ан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ха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я.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б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м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б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ил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йв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ан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м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вр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м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ит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ае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ба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зи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сь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тс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тч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ик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и,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ы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за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щ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щ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ал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б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Ш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ан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ха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от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ич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ес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х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бу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ча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йс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х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тч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ик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ов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м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ан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ов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ал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ав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ел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Ба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цк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й. 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нт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яб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ря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гр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уп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пр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ня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ор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Сл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ю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ре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еб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ро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да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за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кр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ы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50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м.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ос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ен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на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лё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ы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ст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их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Уч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ёб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а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та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йс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ки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х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лё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тч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ик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ов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ш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ла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д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о 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53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го</a:t>
            </a: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438840" y="589788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1950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年保护的是上海的天空。不是朝鲜战争。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8/12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Остановка 4. Не путать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1955. Дом дружбы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438840" y="2148840"/>
            <a:ext cx="612612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Яньань-роуд, 1000. Шанхайский выставочный центр.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В 1955 году его построили как Дом советско-китайской дружбы.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 15 марта по 15 мая 1955 года там была выставка советской промышленности.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К аэродрому и к штабу Батицкого дом не привязан.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438840" y="589788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上海展览中心，</a:t>
            </a:r>
            <a:r>
              <a:rPr lang="en-US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1955</a:t>
            </a:r>
            <a:r>
              <a:rPr lang="zh-CN" sz="1600" b="0" u="none" strike="noStrike">
                <a:solidFill>
                  <a:srgbClr val="6D5E52"/>
                </a:solidFill>
                <a:effectLst/>
                <a:uFillTx/>
                <a:latin typeface="Microsoft YaHei"/>
                <a:ea typeface="Microsoft YaHei"/>
              </a:rPr>
              <a:t>年，原来的中苏友好大厦。跟飞行员无关。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7" descr="vystavka.jpg"/>
          <p:cNvPicPr/>
          <p:nvPr/>
        </p:nvPicPr>
        <p:blipFill>
          <a:blip r:embed="rId1"/>
          <a:stretch/>
        </p:blipFill>
        <p:spPr>
          <a:xfrm>
            <a:off x="6903720" y="1234440"/>
            <a:ext cx="4845960" cy="322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8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9/12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Что должен суметь друг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Четыре истории своими словами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438840" y="2148840"/>
            <a:ext cx="107895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Пушкин сначала смотрел на Россию. Тот бюст, что стоит сейчас, смотрит на юг.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Семьи после Гражданской войны не бросили здесь язык и церковь.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1950-й — не Корея.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1955-й — не лётчики.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10/12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Что уже есть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Автор один. Школа одна.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438840" y="2148840"/>
            <a:ext cx="107895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Есть устный рассказ, эта презентация, карта и подписи на двух языках.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Фото с тротуара сниму сама. Сейчас на слайдах чужие снимки, авторы на последнем слайде.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Покажу своему классу в Цзиньцай и на заочных уроках в Москве.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Потом ещё один класс. Больше пока не обещаю.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11/12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8A4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411480" y="6473880"/>
            <a:ext cx="11338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Вера Курносенко  ·  Шанхай  ·  карта для класса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411480" y="255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8A4E2B"/>
                </a:solidFill>
                <a:effectLst/>
                <a:uFillTx/>
                <a:latin typeface="Calibri"/>
                <a:ea typeface="Calibri"/>
              </a:rPr>
              <a:t>Откуда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384120" y="530280"/>
            <a:ext cx="69490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400" b="1" u="none" strike="noStrike">
                <a:solidFill>
                  <a:srgbClr val="241C16"/>
                </a:solidFill>
                <a:effectLst/>
                <a:uFillTx/>
                <a:latin typeface="Georgia"/>
                <a:ea typeface="Georgia"/>
              </a:rPr>
              <a:t>Даты я сверяла, фото почти все чужие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438840" y="2148840"/>
            <a:ext cx="107895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t">
            <a:no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Пушкин: китайская Википедия и Дом русского зарубежья. 11 февраля 1937, два уничтожения, август 1987.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Собор: pravoslavie.ru и orthodox.cn. Синьлэ, 55, закладка в мае 1933.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1950: статья «Шанхайская группа войск ПВО». Батицкий и Слюсарев. Учёба до 1953.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200" b="0" u="none" strike="noStrike">
                <a:solidFill>
                  <a:srgbClr val="241C16"/>
                </a:solidFill>
                <a:effectLst/>
                <a:uFillTx/>
                <a:latin typeface="Calibri"/>
                <a:ea typeface="Calibri"/>
              </a:rPr>
              <a:t>1955: Building Russian Shanghai, выставка 15 марта — 15 мая.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11247120" y="6446520"/>
            <a:ext cx="731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D5E52"/>
                </a:solidFill>
                <a:effectLst/>
                <a:uFillTx/>
                <a:latin typeface="Calibri"/>
                <a:ea typeface="Calibri"/>
              </a:rPr>
              <a:t>12/12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Курносенко Вера Витальевна</dc:creator>
  <dc:description>generated using python-pptx</dc:description>
  <dc:language>en-US</dc:language>
  <cp:lastModifiedBy/>
  <dcterms:modified xsi:type="dcterms:W3CDTF">2026-10-29T14:17:05Z</dcterms:modified>
  <cp:revision>7</cp:revision>
  <dc:subject>Карта для китайских одноклассников</dc:subject>
  <dc:title>История России на улицах Шанхая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